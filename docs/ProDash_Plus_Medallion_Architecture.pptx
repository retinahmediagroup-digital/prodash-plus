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Medallion layers for ProDash+ on Supabase Postgres. Bronze keeps every upload replayable; silver applies the SSOT data-contract rules; gold is the only layer the dashboards, scoring and bot read (through the api schema). ops and crm run alongside the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as of 28 Sep 2026. The schema is complete and tested on ProDash+_dev (migrations 00-13 recorded). Landing is built; the pipeline is ready for the first ProDairy CSV. Silver/gold/scoring logic will be built in notebooks against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ProDash+ medallion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trader record flows raw → clean → trusted, then out to the dashboards and the WhatsApp bot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1481328" cy="2487168"/>
          </a:xfrm>
          <a:prstGeom prst="roundRect">
            <a:avLst>
              <a:gd name="adj" fmla="val 4938"/>
            </a:avLst>
          </a:prstGeom>
          <a:solidFill>
            <a:srgbClr val="F3F5F8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3D5A80"/>
          </a:solidFill>
          <a:ln w="9525">
            <a:solidFill>
              <a:srgbClr val="3D5A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43000"/>
            <a:ext cx="14813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data comes from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783080"/>
            <a:ext cx="1389888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Manager CSV drop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bot (orders, opt-ins)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/ QR / field capture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Later: branch input 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70532" y="1335024"/>
            <a:ext cx="132588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35124" y="1143000"/>
            <a:ext cx="1481328" cy="2487168"/>
          </a:xfrm>
          <a:prstGeom prst="roundRect">
            <a:avLst>
              <a:gd name="adj" fmla="val 4938"/>
            </a:avLst>
          </a:prstGeom>
          <a:solidFill>
            <a:srgbClr val="F3F5F8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5124" y="114300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A0612B"/>
          </a:solidFill>
          <a:ln w="9525">
            <a:solidFill>
              <a:srgbClr val="A061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135124" y="1143000"/>
            <a:ext cx="14813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raw, never edited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180844" y="1783080"/>
            <a:ext cx="1389888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bronze.receipts_raw: every CSV row as text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bronze.wa_events: raw webhooks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file kept in Storage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stops double loads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48456" y="1335024"/>
            <a:ext cx="132588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13048" y="1143000"/>
            <a:ext cx="1481328" cy="2487168"/>
          </a:xfrm>
          <a:prstGeom prst="roundRect">
            <a:avLst>
              <a:gd name="adj" fmla="val 4938"/>
            </a:avLst>
          </a:prstGeom>
          <a:solidFill>
            <a:srgbClr val="F3F5F8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13048" y="114300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6E7781"/>
          </a:solidFill>
          <a:ln w="9525">
            <a:solidFill>
              <a:srgbClr val="6E778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13048" y="1143000"/>
            <a:ext cx="14813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conformed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1783080"/>
            <a:ext cx="1389888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silver.receipt_items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→ +2637…, products mapped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removed, currency fixed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listed with a reason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326380" y="1335024"/>
            <a:ext cx="132588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90972" y="1143000"/>
            <a:ext cx="1481328" cy="2487168"/>
          </a:xfrm>
          <a:prstGeom prst="roundRect">
            <a:avLst>
              <a:gd name="adj" fmla="val 4938"/>
            </a:avLst>
          </a:prstGeom>
          <a:solidFill>
            <a:srgbClr val="F3F5F8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90972" y="114300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B8860B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90972" y="1143000"/>
            <a:ext cx="14813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trusted, analysis-ready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536692" y="1783080"/>
            <a:ext cx="1389888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gold.fact_sales + dimensions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dim_customer: trader codes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scoring.*: tiers, lapse, priority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to ProDairy totals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04304" y="1335024"/>
            <a:ext cx="132588" cy="182880"/>
          </a:xfrm>
          <a:prstGeom prst="rightArrow">
            <a:avLst/>
          </a:prstGeom>
          <a:solidFill>
            <a:srgbClr val="5B6573"/>
          </a:solidFill>
          <a:ln w="12700">
            <a:solidFill>
              <a:srgbClr val="5B657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68896" y="1143000"/>
            <a:ext cx="1481328" cy="2487168"/>
          </a:xfrm>
          <a:prstGeom prst="roundRect">
            <a:avLst>
              <a:gd name="adj" fmla="val 4938"/>
            </a:avLst>
          </a:prstGeom>
          <a:solidFill>
            <a:srgbClr val="F3F5F8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68896" y="1143000"/>
            <a:ext cx="1481328" cy="566928"/>
          </a:xfrm>
          <a:prstGeom prst="roundRect">
            <a:avLst>
              <a:gd name="adj" fmla="val 12903"/>
            </a:avLst>
          </a:prstGeom>
          <a:solidFill>
            <a:srgbClr val="1F7A5C"/>
          </a:solidFill>
          <a:ln w="9525">
            <a:solidFill>
              <a:srgbClr val="1F7A5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68896" y="1143000"/>
            <a:ext cx="1481328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30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214616" y="1783080"/>
            <a:ext cx="1389888" cy="17739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views → Next.js app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dashboard, Branch Manager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prompts &amp; offers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Queue + outcomes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0352" y="3886200"/>
            <a:ext cx="25328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ops: control plane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load_log (every file, status, row counts) · load_rejects (downloadable reject file) · snapshot date per branch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32404" y="384048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05556" y="3886200"/>
            <a:ext cx="25328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crm: operational writes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(sticky opt-out) · contacts · bot orders · holdout group · queue exposures · WhatsApp messages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07608" y="3840480"/>
            <a:ext cx="26791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80760" y="3886200"/>
            <a:ext cx="2532888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row-level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 sees all branches, Branch Manager own branch only · etl_worker loads data · bronze/silver/ops never exposed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are: 28 September 2026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 to Test Day (5 Oct). Schema built and tested on dev; waiting on the first CSV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76072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" y="1261872"/>
            <a:ext cx="128016" cy="12801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0972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08760" y="11978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E3F2EC"/>
          </a:solidFill>
          <a:ln w="9525">
            <a:solidFill>
              <a:srgbClr val="1F7A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508760" y="1197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1097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dev: sql 00–13 applied, RLS + roles, 17 test groups pass. Prod still empty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" y="1719072"/>
            <a:ext cx="128016" cy="128016"/>
          </a:xfrm>
          <a:prstGeom prst="ellipse">
            <a:avLst/>
          </a:prstGeom>
          <a:solidFill>
            <a:srgbClr val="A0612B"/>
          </a:solidFill>
          <a:ln w="12700">
            <a:solidFill>
              <a:srgbClr val="A061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554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08760" y="16550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FBF0DC"/>
          </a:solidFill>
          <a:ln w="9525">
            <a:solidFill>
              <a:srgbClr val="C27C0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508760" y="1655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7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1554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+ land_file() built and tested; awaiting first CSV; Storage upload untested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11680"/>
            <a:ext cx="576072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2176272"/>
            <a:ext cx="128016" cy="128016"/>
          </a:xfrm>
          <a:prstGeom prst="ellipse">
            <a:avLst/>
          </a:prstGeom>
          <a:solidFill>
            <a:srgbClr val="6E7781"/>
          </a:solidFill>
          <a:ln w="12700">
            <a:solidFill>
              <a:srgbClr val="6E77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20116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08760" y="21122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E4EAF3"/>
          </a:solidFill>
          <a:ln w="9525">
            <a:solidFill>
              <a:srgbClr val="3D5A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08760" y="21122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2651760" y="20116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ready. Cleansing notebook: phones, products, dedupe, rejects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" y="2633472"/>
            <a:ext cx="128016" cy="128016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2468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508760" y="25694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E4EAF3"/>
          </a:solidFill>
          <a:ln w="9525">
            <a:solidFill>
              <a:srgbClr val="3D5A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508760" y="25694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2468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+ dims ready. Publish step and reconciliation to control totals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2926080"/>
            <a:ext cx="576072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090672"/>
            <a:ext cx="128016" cy="128016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29260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30266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EEF0F3"/>
          </a:solidFill>
          <a:ln w="9525">
            <a:solidFill>
              <a:srgbClr val="8A94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508760" y="3026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2651760" y="29260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+ engine params seeded. RFM, rhythm, lapse and priority to build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30352" y="3547872"/>
            <a:ext cx="128016" cy="128016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31520" y="33832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508760" y="34838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FBF0DC"/>
          </a:solidFill>
          <a:ln w="9525">
            <a:solidFill>
              <a:srgbClr val="C27C0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08760" y="34838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27C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36" name="Text 34"/>
          <p:cNvSpPr txBox="1"/>
          <p:nvPr/>
        </p:nvSpPr>
        <p:spPr>
          <a:xfrm>
            <a:off x="2651760" y="33832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views done; Next.js scaffold merged; login + screens to wire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840480"/>
            <a:ext cx="5760720" cy="45720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" y="4005072"/>
            <a:ext cx="128016" cy="128016"/>
          </a:xfrm>
          <a:prstGeom prst="ellipse">
            <a:avLst/>
          </a:prstGeom>
          <a:solidFill>
            <a:srgbClr val="1F7A5C"/>
          </a:solidFill>
          <a:ln w="12700">
            <a:solidFill>
              <a:srgbClr val="1F7A5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31520" y="3840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508760" y="3941064"/>
            <a:ext cx="1005840" cy="256032"/>
          </a:xfrm>
          <a:prstGeom prst="roundRect">
            <a:avLst>
              <a:gd name="adj" fmla="val 42857"/>
            </a:avLst>
          </a:prstGeom>
          <a:solidFill>
            <a:srgbClr val="EEF0F3"/>
          </a:solidFill>
          <a:ln w="9525">
            <a:solidFill>
              <a:srgbClr val="8A94A3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508760" y="3941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2651760" y="38404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ready. Webhook + bot flows; Meta verification pending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46520" y="1097280"/>
            <a:ext cx="2240280" cy="3200400"/>
          </a:xfrm>
          <a:prstGeom prst="roundRect">
            <a:avLst>
              <a:gd name="adj" fmla="val 3265"/>
            </a:avLst>
          </a:prstGeom>
          <a:solidFill>
            <a:srgbClr val="F3F5F8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537960" y="1170432"/>
            <a:ext cx="2057400" cy="3063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Six-month CSV (or a sample)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15 branch codes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250ml units per case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etl_worker password + .env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on your laptop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Business verification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three steps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Python + dbt setup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CSV → 01_profile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Cleanse → silver → gold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Branches: supabase/base-schemas (working) · main (merged: web/, sql/, docs/)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ProDash+ Medallion Architecture</dc:title>
  <dc:subject>PptxGenJS Presentation</dc:subject>
  <dc:creator>PptxGenJS</dc:creator>
  <cp:lastModifiedBy>PptxGenJS</cp:lastModifiedBy>
  <cp:revision>1</cp:revision>
  <dcterms:created xsi:type="dcterms:W3CDTF">2026-09-28T12:35:06Z</dcterms:created>
  <dcterms:modified xsi:type="dcterms:W3CDTF">2026-09-28T12:35:06Z</dcterms:modified>
</cp:coreProperties>
</file>